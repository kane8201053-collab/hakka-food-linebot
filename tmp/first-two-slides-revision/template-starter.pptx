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6b7c72d3bc45c7" /><Relationship Type="http://schemas.openxmlformats.org/officeDocument/2006/relationships/extended-properties" Target="/docProps/app.xml" Id="R742186385c1f4bb7" /><Relationship Type="http://schemas.openxmlformats.org/officeDocument/2006/relationships/officeDocument" Target="/ppt/presentation.xml" Id="Rc336a76bec8149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0297b8cbc49d7"/>
  </p:sldMasterIdLst>
  <p:notesMasterIdLst>
    <p:notesMasterId xmlns:r="http://schemas.openxmlformats.org/officeDocument/2006/relationships" r:id="R8f4d5327c84549d5"/>
  </p:notesMasterIdLst>
  <p:sldIdLst>
    <p:sldId xmlns:r="http://schemas.openxmlformats.org/officeDocument/2006/relationships" id="256" r:id="R32f447a4b14b480b"/>
    <p:sldId xmlns:r="http://schemas.openxmlformats.org/officeDocument/2006/relationships" id="257" r:id="Rd7af952908eb4109"/>
    <p:sldId xmlns:r="http://schemas.openxmlformats.org/officeDocument/2006/relationships" id="258" r:id="Rfb78878ab00042e1"/>
    <p:sldId xmlns:r="http://schemas.openxmlformats.org/officeDocument/2006/relationships" id="259" r:id="R01cfb15e18004922"/>
    <p:sldId xmlns:r="http://schemas.openxmlformats.org/officeDocument/2006/relationships" id="260" r:id="R601d153a7e3746a0"/>
    <p:sldId xmlns:r="http://schemas.openxmlformats.org/officeDocument/2006/relationships" id="261" r:id="R5c9502f6e59e451d"/>
    <p:sldId xmlns:r="http://schemas.openxmlformats.org/officeDocument/2006/relationships" id="262" r:id="R1245a1faa7924cce"/>
    <p:sldId xmlns:r="http://schemas.openxmlformats.org/officeDocument/2006/relationships" id="263" r:id="R010b7239f41846de"/>
    <p:sldId xmlns:r="http://schemas.openxmlformats.org/officeDocument/2006/relationships" id="264" r:id="Rb54dde1203de46f5"/>
    <p:sldId xmlns:r="http://schemas.openxmlformats.org/officeDocument/2006/relationships" id="265" r:id="Rc73a725117504b9f"/>
    <p:sldId xmlns:r="http://schemas.openxmlformats.org/officeDocument/2006/relationships" id="266" r:id="R92e98945fa714d06"/>
    <p:sldId xmlns:r="http://schemas.openxmlformats.org/officeDocument/2006/relationships" id="267" r:id="R099e3a70a49d44d3"/>
    <p:sldId xmlns:r="http://schemas.openxmlformats.org/officeDocument/2006/relationships" id="268" r:id="R36714575deb042b1"/>
    <p:sldId xmlns:r="http://schemas.openxmlformats.org/officeDocument/2006/relationships" id="269" r:id="R069ad37dd8134326"/>
    <p:sldId xmlns:r="http://schemas.openxmlformats.org/officeDocument/2006/relationships" id="270" r:id="R3f807f4865d54616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3d26874124ea1" /><Relationship Type="http://schemas.openxmlformats.org/officeDocument/2006/relationships/slideMaster" Target="/ppt/slideMasters/slideMaster1.xml" Id="Rf750297b8cbc49d7" /><Relationship Type="http://schemas.openxmlformats.org/officeDocument/2006/relationships/notesMaster" Target="/ppt/notesMasters/notesMaster1.xml" Id="R8f4d5327c84549d5" /><Relationship Type="http://schemas.openxmlformats.org/officeDocument/2006/relationships/presProps" Target="/ppt/presProps.xml" Id="R9d1f68bdba464aa4" /><Relationship Type="http://schemas.openxmlformats.org/officeDocument/2006/relationships/viewProps" Target="/ppt/viewProps.xml" Id="R2d0c9446d6704579" /><Relationship Type="http://schemas.openxmlformats.org/officeDocument/2006/relationships/tableStyles" Target="/ppt/tableStyles.xml" Id="Rfb4aae77354b44f7" /><Relationship Type="http://schemas.openxmlformats.org/officeDocument/2006/relationships/slide" Target="/ppt/slides/slide1.xml" Id="R32f447a4b14b480b" /><Relationship Type="http://schemas.openxmlformats.org/officeDocument/2006/relationships/slide" Target="/ppt/slides/slide2.xml" Id="Rd7af952908eb4109" /><Relationship Type="http://schemas.openxmlformats.org/officeDocument/2006/relationships/slide" Target="/ppt/slides/slide3.xml" Id="Rfb78878ab00042e1" /><Relationship Type="http://schemas.openxmlformats.org/officeDocument/2006/relationships/slide" Target="/ppt/slides/slide4.xml" Id="R01cfb15e18004922" /><Relationship Type="http://schemas.openxmlformats.org/officeDocument/2006/relationships/slide" Target="/ppt/slides/slide5.xml" Id="R601d153a7e3746a0" /><Relationship Type="http://schemas.openxmlformats.org/officeDocument/2006/relationships/slide" Target="/ppt/slides/slide6.xml" Id="R5c9502f6e59e451d" /><Relationship Type="http://schemas.openxmlformats.org/officeDocument/2006/relationships/slide" Target="/ppt/slides/slide7.xml" Id="R1245a1faa7924cce" /><Relationship Type="http://schemas.openxmlformats.org/officeDocument/2006/relationships/slide" Target="/ppt/slides/slide8.xml" Id="R010b7239f41846de" /><Relationship Type="http://schemas.openxmlformats.org/officeDocument/2006/relationships/slide" Target="/ppt/slides/slide9.xml" Id="Rb54dde1203de46f5" /><Relationship Type="http://schemas.openxmlformats.org/officeDocument/2006/relationships/slide" Target="/ppt/slides/slide10.xml" Id="Rc73a725117504b9f" /><Relationship Type="http://schemas.openxmlformats.org/officeDocument/2006/relationships/slide" Target="/ppt/slides/slide11.xml" Id="R92e98945fa714d06" /><Relationship Type="http://schemas.openxmlformats.org/officeDocument/2006/relationships/slide" Target="/ppt/slides/slide12.xml" Id="R099e3a70a49d44d3" /><Relationship Type="http://schemas.openxmlformats.org/officeDocument/2006/relationships/slide" Target="/ppt/slides/slide13.xml" Id="R36714575deb042b1" /><Relationship Type="http://schemas.openxmlformats.org/officeDocument/2006/relationships/slide" Target="/ppt/slides/slide14.xml" Id="R069ad37dd8134326" /><Relationship Type="http://schemas.openxmlformats.org/officeDocument/2006/relationships/slide" Target="/ppt/slides/slide15.xml" Id="R3f807f4865d5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e0cf83fb942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3227c603164960" /><Relationship Type="http://schemas.openxmlformats.org/officeDocument/2006/relationships/notesMaster" Target="/ppt/notesMasters/notesMaster1.xml" Id="R48831ea760df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17bfb862d43aa" /><Relationship Type="http://schemas.openxmlformats.org/officeDocument/2006/relationships/notesMaster" Target="/ppt/notesMasters/notesMaster1.xml" Id="Re2da39defdb94b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7b51cf6754e22" /><Relationship Type="http://schemas.openxmlformats.org/officeDocument/2006/relationships/notesMaster" Target="/ppt/notesMasters/notesMaster1.xml" Id="R21337b46845e49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17d3832f4946db" /><Relationship Type="http://schemas.openxmlformats.org/officeDocument/2006/relationships/notesMaster" Target="/ppt/notesMasters/notesMaster1.xml" Id="Rd185a80d955d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8cb4ef39ed4eeb" /><Relationship Type="http://schemas.openxmlformats.org/officeDocument/2006/relationships/notesMaster" Target="/ppt/notesMasters/notesMaster1.xml" Id="R5731451bc1f9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773a366b214e5f" /><Relationship Type="http://schemas.openxmlformats.org/officeDocument/2006/relationships/notesMaster" Target="/ppt/notesMasters/notesMaster1.xml" Id="R43c23a0e2bbc46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d04b7695cf430e" /><Relationship Type="http://schemas.openxmlformats.org/officeDocument/2006/relationships/notesMaster" Target="/ppt/notesMasters/notesMaster1.xml" Id="R640554700cf3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f813be46db408c" /><Relationship Type="http://schemas.openxmlformats.org/officeDocument/2006/relationships/notesMaster" Target="/ppt/notesMasters/notesMaster1.xml" Id="R61be3bd1448a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5b051de930466d" /><Relationship Type="http://schemas.openxmlformats.org/officeDocument/2006/relationships/notesMaster" Target="/ppt/notesMasters/notesMaster1.xml" Id="R9ae407a17f6743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304e5255a4228" /><Relationship Type="http://schemas.openxmlformats.org/officeDocument/2006/relationships/notesMaster" Target="/ppt/notesMasters/notesMaster1.xml" Id="Rfbfc4762eaac42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4e53d8e5fc4ebf" /><Relationship Type="http://schemas.openxmlformats.org/officeDocument/2006/relationships/notesMaster" Target="/ppt/notesMasters/notesMaster1.xml" Id="Ra881a0ced4c445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c83ed6fc124a4c" /><Relationship Type="http://schemas.openxmlformats.org/officeDocument/2006/relationships/notesMaster" Target="/ppt/notesMasters/notesMaster1.xml" Id="R4807c1eb121e4d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960c2da9594ef7" /><Relationship Type="http://schemas.openxmlformats.org/officeDocument/2006/relationships/notesMaster" Target="/ppt/notesMasters/notesMaster1.xml" Id="Rdde6ec45d96a41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272191b55b4e41" /><Relationship Type="http://schemas.openxmlformats.org/officeDocument/2006/relationships/notesMaster" Target="/ppt/notesMasters/notesMaster1.xml" Id="Rbed97fd2d16b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fe1d4f2b9f434f" /><Relationship Type="http://schemas.openxmlformats.org/officeDocument/2006/relationships/notesMaster" Target="/ppt/notesMasters/notesMaster1.xml" Id="R73a27c276938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a04f74d449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c8b42c5a4497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ece09f644485e" /><Relationship Type="http://schemas.openxmlformats.org/officeDocument/2006/relationships/slideLayout" Target="/ppt/slideLayouts/slideLayout1.xml" Id="Rfe7bf3eea9234ba9" /><Relationship Type="http://schemas.openxmlformats.org/officeDocument/2006/relationships/slideLayout" Target="/ppt/slideLayouts/slideLayout2.xml" Id="R57569957599541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bf3eea9234ba9"/>
    <p:sldLayoutId xmlns:r="http://schemas.openxmlformats.org/officeDocument/2006/relationships" id="2147483650" r:id="R575699575995415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3d211cc634488" /><Relationship Type="http://schemas.openxmlformats.org/officeDocument/2006/relationships/notesSlide" Target="/ppt/notesSlides/notesSlide1.xml" Id="R6b4c6fed538040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a67d592ab4f40" /><Relationship Type="http://schemas.openxmlformats.org/officeDocument/2006/relationships/notesSlide" Target="/ppt/notesSlides/notesSlide2.xml" Id="R850f59148c634a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938680f08497d" /><Relationship Type="http://schemas.openxmlformats.org/officeDocument/2006/relationships/image" Target="/ppt/media/image.png" Id="R93dede7abe374311" /><Relationship Type="http://schemas.openxmlformats.org/officeDocument/2006/relationships/notesSlide" Target="/ppt/notesSlides/notesSlide3.xml" Id="R6a4826574523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72f56e03a435f" /><Relationship Type="http://schemas.openxmlformats.org/officeDocument/2006/relationships/notesSlide" Target="/ppt/notesSlides/notesSlide4.xml" Id="Rc30dc5b7122046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868ec606b41da" /><Relationship Type="http://schemas.openxmlformats.org/officeDocument/2006/relationships/notesSlide" Target="/ppt/notesSlides/notesSlide5.xml" Id="R3a0799ec99ca41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1ba640a994adc" /><Relationship Type="http://schemas.openxmlformats.org/officeDocument/2006/relationships/notesSlide" Target="/ppt/notesSlides/notesSlide6.xml" Id="R0ab0580015324c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9ee2fa6f5494e" /><Relationship Type="http://schemas.openxmlformats.org/officeDocument/2006/relationships/notesSlide" Target="/ppt/notesSlides/notesSlide7.xml" Id="Rcc12fb98f52d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e8e28c28694ab2" /><Relationship Type="http://schemas.openxmlformats.org/officeDocument/2006/relationships/notesSlide" Target="/ppt/notesSlides/notesSlide8.xml" Id="R32401196588449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80e6d60d045f2" /><Relationship Type="http://schemas.openxmlformats.org/officeDocument/2006/relationships/notesSlide" Target="/ppt/notesSlides/notesSlide9.xml" Id="R651e3a00591d43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6c7588ed04c26" /><Relationship Type="http://schemas.openxmlformats.org/officeDocument/2006/relationships/notesSlide" Target="/ppt/notesSlides/notesSlide10.xml" Id="R95107c2ac61847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de4df44638495f" /><Relationship Type="http://schemas.openxmlformats.org/officeDocument/2006/relationships/notesSlide" Target="/ppt/notesSlides/notesSlide11.xml" Id="Rae1d8793d9024d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c886d1e3ad4f76" /><Relationship Type="http://schemas.openxmlformats.org/officeDocument/2006/relationships/notesSlide" Target="/ppt/notesSlides/notesSlide12.xml" Id="R3ac782b3c7804e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acac1a85d4b0e" /><Relationship Type="http://schemas.openxmlformats.org/officeDocument/2006/relationships/notesSlide" Target="/ppt/notesSlides/notesSlide13.xml" Id="R0b1fd155069f4e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9212f12e443f3" /><Relationship Type="http://schemas.openxmlformats.org/officeDocument/2006/relationships/notesSlide" Target="/ppt/notesSlides/notesSlide14.xml" Id="R03ed89e312884f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2c90238b14d2f" /><Relationship Type="http://schemas.openxmlformats.org/officeDocument/2006/relationships/notesSlide" Target="/ppt/notesSlides/notesSlide15.xml" Id="R68eddcc5836c4c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44127D-66C7-4693-9A3E-E5D7EEA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CONCEPT</a:t>
            </a:r>
            <a:endParaRPr sz="10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A7798C-33ED-4006-9F93-CCAD989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腳本核心概念:從「傾聽」到「看見」,終點是「共好」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116510-24BC-435A-813C-36C39539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DB60BC-C8E4-4C68-B40C-0129456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6464808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3A232E-0FA7-4B66-8BB3-C243604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600760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命名的傳承|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第4屆《傾聽.卓越》聽見了四百萬市民的聲音;第5屆《看見.共好》更進一步——傾聽是聽見聲音,看見是看見彼此。當議會看見市民、市民看見議會、新北看見世界,城市才能一起變好:這就是「共好」。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62EDA-9549-448D-9312-1A9E34FB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與 2022 版的三個「不一樣」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A9671C-15E5-4327-BBFC-E6FAB4C6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BD2BE9D-72B9-4E07-B039-B845D33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6120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9547B00-3132-45AB-89AD-D7D6A44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36976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視角翻轉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C1F0DA-9B92-42AE-B6C9-E8DECEC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264408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第4屆:議會介紹自己(機構視角)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95C6EA-7D7B-4B94-82C6-08F8C811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30168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第5屆:從市民的眼睛出發——每段都由「一位市民看見的日常」進入,議會是市民目光的回應者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8CBE770-7CD1-4BC8-9CD8-0A20DC3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71416"/>
            <a:ext cx="6464808" cy="1481328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EA99A5F-3D9B-4A21-99B9-18CF5C2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A21F93-F080-4E3E-8A03-B4E5F0B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4515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結構重組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B6A627-6E5E-4524-8321-F0CBB1FF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67258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第4屆:12選區逐區介紹(7分30秒)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995EAC-9960-4920-81FB-4FE9D3E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038344"/>
            <a:ext cx="4636008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第5屆:以四個「生活現場」重組12選區——山與海/移動與安居/文化與學習/多元共榮,66位議員資訊以動態字卡完整涵蓋,敘事更快、更有感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BA86E7-899B-49C2-B4BE-9D22343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7336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93DAF8F-933E-459C-8BC3-B9F1670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30021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4DD52E7-BF9C-4943-9A1E-7ACA66B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29107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職權敘事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CFF64F-EDDF-4928-879E-BDDBA03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31850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第4屆:組織架構圖+職權條列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7371740-4EFD-4428-BCCF-9EF6DC1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684264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第5屆:「跟著一份提案走進議會」——用一段旅程看懂委員會、質詢與預算把關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A194EB1-0E08-49B9-B42A-3DF251D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16952"/>
            <a:ext cx="6464808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091BA0-8981-45E0-B863-E4847FF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781544"/>
            <a:ext cx="6007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全片視覺母題|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「眼睛與光」——片頭由四百萬雙眼睛開場,每段轉場字卡皆以「看見○○」句式串接,片尾所有目光化為光點,匯聚成「共好」二字。母題同步延伸至會史館主視覺與手冊封面,全案一體。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93707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C5F5BF-8A48-46F6-B1A4-C8945410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OUTLINE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311B18-098B-413D-AB8C-D6CB4FC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ACFA2E-6089-4F99-856C-58A554F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影片腳本大綱(總長度:11 分 50 秒)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C6E452-D1CC-4205-9A38-6AB475A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950"/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48640" y="1115567"/>
          <a:ext xmlns:a="http://schemas.openxmlformats.org/drawingml/2006/main" cx="6464808" cy="722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1188720"/>
                <a:gridCol w="3045372"/>
                <a:gridCol w="813396"/>
                <a:gridCol w="640080"/>
              </a:tblGrid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內容綱要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睜開眼睛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四百萬雙眼睛甦醒蒙太奇,光匯聚成片名《看見.共好》3D LOGO 動畫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看見城市.山海之間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序章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看見城市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空拍山海入城,29 區、400 萬人口、120 公里海岸線——城市的每種樣貌都值得被看見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1:40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看見傳承.民主如光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看見傳承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議會沿革(臺北縣參議會起)+ 第5屆議員就職典禮宣誓、大合照(本案全程紀錄素材)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分 10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看見日常.萬家燈火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3:00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看見日常(核心)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四個生活現場重組 12 選區:山與海/移動與安居/文化與學習/多元共榮,各 70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分 40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7:40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看見殿堂.為民發聲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段落三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看見殿堂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跟著一份提案走進議會:委員會審查、議場質詢、預算把關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分 40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9:25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看見世界.攜手同行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9:30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段落四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看見世界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國際交流:姊妹市、外賓參訪,讓世界看見新北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字卡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看見未來.共好新北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10:25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段落五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看見未來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議長期許(致詞暫置)+ 行政團隊,黃昏議會亮起燈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共好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全片目光快閃回放,光點匯聚成「共好」,LOGO+五語片名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 秒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10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空拍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+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後期合成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400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萬、面積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2,052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平方公里、海岸線約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120 公里、29 行政區、12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海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有人看見孩子上學的路。而有一群人,把這四百萬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目光,看成自己的責任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而看見,是所有改變的開始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。它由一個個被珍惜的日常，慢慢成為我們共同生活的地方。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看見.共好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看見.共好｜第一章｜看見城市｜00:00–00:45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ede7abe374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408" y="6528122"/>
            <a:ext cx="2037143" cy="11458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(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 + 第5屆就職)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七十多年來,這道光不曾熄滅。今天它傳到了第5屆——66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位議員在四百萬市民的注視下宣誓:看見民意,守護共好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b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看見.共好｜第一章｜看見城市｜00:45–01:35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是眾多希望的託付</a:t>
            </a:r>
            <a:endParaRPr sz="2400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看見.共好｜第一章｜看見城市｜01:35–02:35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 ，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不是地圖上的切線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選舉區，不只是地圖上的切線，而是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種觀看城市的角度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多元,不只是共處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是彼此看見,一起變好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問題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跟著一份提案走進議會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與陳請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從服務處出發,走進委員會,被逐條檢視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每一年,數千億的市政預算在這裡逐項把關;大會與各委員會分工合力,只為一件事:讓你的聲音,成為城市的決定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看見.共好｜第五章｜走向共好｜10:15–11:25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看見.共好｜片尾｜回到片名｜11:25–11:50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2026-09-03T02:09:23.4020000Z</dcterms:created>
  <dcterms:modified xsi:type="dcterms:W3CDTF">2026-09-03T02:09:23.4020000Z</dcterms:modified>
</coreProperties>
</file>