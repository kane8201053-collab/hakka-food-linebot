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66abb7fc184e6e" /><Relationship Type="http://schemas.openxmlformats.org/officeDocument/2006/relationships/extended-properties" Target="/docProps/app.xml" Id="Rdca972f4f5924d83" /><Relationship Type="http://schemas.openxmlformats.org/officeDocument/2006/relationships/officeDocument" Target="/ppt/presentation.xml" Id="R2ba76ece5d024c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9e92aa27bd4607"/>
  </p:sldMasterIdLst>
  <p:notesMasterIdLst>
    <p:notesMasterId xmlns:r="http://schemas.openxmlformats.org/officeDocument/2006/relationships" r:id="R815c1690287e46df"/>
  </p:notesMasterIdLst>
  <p:sldIdLst>
    <p:sldId xmlns:r="http://schemas.openxmlformats.org/officeDocument/2006/relationships" id="256" r:id="Rfd2e76ce80544b15"/>
    <p:sldId xmlns:r="http://schemas.openxmlformats.org/officeDocument/2006/relationships" id="257" r:id="Rc6074d277f3f49c0"/>
    <p:sldId xmlns:r="http://schemas.openxmlformats.org/officeDocument/2006/relationships" id="258" r:id="Rf80e48c7b58c4529"/>
    <p:sldId xmlns:r="http://schemas.openxmlformats.org/officeDocument/2006/relationships" id="259" r:id="R6efb42afbbba491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2806eecb334457" /><Relationship Type="http://schemas.openxmlformats.org/officeDocument/2006/relationships/slideMaster" Target="/ppt/slideMasters/slideMaster1.xml" Id="Red9e92aa27bd4607" /><Relationship Type="http://schemas.openxmlformats.org/officeDocument/2006/relationships/notesMaster" Target="/ppt/notesMasters/notesMaster1.xml" Id="R815c1690287e46df" /><Relationship Type="http://schemas.openxmlformats.org/officeDocument/2006/relationships/presProps" Target="/ppt/presProps.xml" Id="R3b004a7c7698436d" /><Relationship Type="http://schemas.openxmlformats.org/officeDocument/2006/relationships/tableStyles" Target="/ppt/tableStyles.xml" Id="R917f99bffb4a4d46" /><Relationship Type="http://schemas.openxmlformats.org/officeDocument/2006/relationships/slide" Target="/ppt/slides/slide1.xml" Id="Rfd2e76ce80544b15" /><Relationship Type="http://schemas.openxmlformats.org/officeDocument/2006/relationships/slide" Target="/ppt/slides/slide2.xml" Id="Rc6074d277f3f49c0" /><Relationship Type="http://schemas.openxmlformats.org/officeDocument/2006/relationships/slide" Target="/ppt/slides/slide3.xml" Id="Rf80e48c7b58c4529" /><Relationship Type="http://schemas.openxmlformats.org/officeDocument/2006/relationships/slide" Target="/ppt/slides/slide4.xml" Id="R6efb42afbbba49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261ccf539445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4041e9b2484dcc" /><Relationship Type="http://schemas.openxmlformats.org/officeDocument/2006/relationships/notesMaster" Target="/ppt/notesMasters/notesMaster1.xml" Id="R78b1daa1b61242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a37b58e37a47cd" /><Relationship Type="http://schemas.openxmlformats.org/officeDocument/2006/relationships/notesMaster" Target="/ppt/notesMasters/notesMaster1.xml" Id="Rbdf0622bddd5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229bfbb4a44671" /><Relationship Type="http://schemas.openxmlformats.org/officeDocument/2006/relationships/notesMaster" Target="/ppt/notesMasters/notesMaster1.xml" Id="Ra42ea9da99f3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a3390b1f8544a9" /><Relationship Type="http://schemas.openxmlformats.org/officeDocument/2006/relationships/notesMaster" Target="/ppt/notesMasters/notesMaster1.xml" Id="Rf4346501f55649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依使用者最新要求規劃。原稿第3、4頁為60公分舞台與200吋LED，本新增方案採50公分與寬3公尺假設，原頁保留未改。附件三為場地參考，附件一為主視覺。舞台寬深與LED高度由現場實測及出席人數決定。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內建圖像生成工具，參照附件一主視覺、附件二手機框格式及附件三中庭場地製作。非真實活動照片。圖中以11人（中央3人、左右各4人）作為站位示意，正式人數依貴賓名單調整；3公尺LED寬度與舞台50公分高度請依工程尺寸製作，生成圖不作比例施工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機社群框格式取自附件二；配色及裝飾元素取自附件一。AI生成概念圖，非印刷完稿。建議外框寬220公分、高240公分、淨寬190公分為提案尺寸，须依3位成人肩寬與框材結構打樣；不將生成圖比例作施工依據。帳號與認證圖示為參考圖樣，印製前改為主辦核定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手拿牌文字依使用者指定：挑擔奉飯、創意踩街、AR實境、新紀元、義鳴紀。站位與拍照流程為新增建議。附件二僅作框體形式參考，背景場地與舊版圖樣不沿用為現場設計。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2dd9d4c2f4d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90e9a4664496e" /><Relationship Type="http://schemas.openxmlformats.org/officeDocument/2006/relationships/slideLayout" Target="/ppt/slideLayouts/slideLayout1.xml" Id="R57b9627f5d6d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b9627f5d6d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b987b7bec4ad6" /><Relationship Type="http://schemas.openxmlformats.org/officeDocument/2006/relationships/image" Target="/ppt/media/image.jpeg" Id="R9c2be3ed04d94b71" /><Relationship Type="http://schemas.openxmlformats.org/officeDocument/2006/relationships/image" Target="/ppt/media/image2.jpeg" Id="Rff43e479f25d440a" /><Relationship Type="http://schemas.openxmlformats.org/officeDocument/2006/relationships/notesSlide" Target="/ppt/notesSlides/notesSlide1.xml" Id="R718b53b540f64f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50e8c81b64cb0" /><Relationship Type="http://schemas.openxmlformats.org/officeDocument/2006/relationships/image" Target="/ppt/media/image.png" Id="R88ea95aeb0ec4615" /><Relationship Type="http://schemas.openxmlformats.org/officeDocument/2006/relationships/notesSlide" Target="/ppt/notesSlides/notesSlide2.xml" Id="Rf115beeb4d144e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1c66ebc15432f" /><Relationship Type="http://schemas.openxmlformats.org/officeDocument/2006/relationships/image" Target="/ppt/media/image2.png" Id="R89c430da9cfa407d" /><Relationship Type="http://schemas.openxmlformats.org/officeDocument/2006/relationships/notesSlide" Target="/ppt/notesSlides/notesSlide3.xml" Id="Rfa6523ba401749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049ce9f1f454b" /><Relationship Type="http://schemas.openxmlformats.org/officeDocument/2006/relationships/image" Target="/ppt/media/image3.jpeg" Id="R4a10980ee2444230" /><Relationship Type="http://schemas.openxmlformats.org/officeDocument/2006/relationships/notesSlide" Target="/ppt/notesSlides/notesSlide4.xml" Id="R8adf0b7692a049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EA428-EAC9-4D7C-B021-2445120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一. 10/15記者會　啟動儀式後大合照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8537A-56A2-43BE-9F9D-FE471C1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38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rPr>
              <a:t>大合照舞台與主視覺配置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6F45B-582F-40DF-A7BD-4647C00C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be3ed04d94b71"/>
          <a:stretch xmlns:a="http://schemas.openxmlformats.org/drawingml/2006/main"/>
        </p:blipFill>
        <p:spPr>
          <a:xfrm xmlns:a="http://schemas.openxmlformats.org/drawingml/2006/main">
            <a:off x="435928" y="1266825"/>
            <a:ext cx="5214618" cy="340042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3e479f25d440a"/>
          <a:stretch xmlns:a="http://schemas.openxmlformats.org/drawingml/2006/main"/>
        </p:blipFill>
        <p:spPr>
          <a:xfrm xmlns:a="http://schemas.openxmlformats.org/drawingml/2006/main">
            <a:off x="5905500" y="1291007"/>
            <a:ext cx="2838450" cy="178996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368E-881B-4329-B701-4F93DDD3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電視牆播放附件一主視覺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577AF-D45A-4496-B991-E06DF4F1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場地採市府一樓中庭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舞台設於中庭正中央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攝影機正對舞台中線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7352E-3D28-448B-8B5E-64D8B537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紅色舞台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F75D9-CE42-49DD-B7DF-9FDED28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台高約 50 公分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長官於台上橫向並列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03942-824D-451A-9FBE-99C891D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2543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後方電視牆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19979-3648-4D91-B47C-3C253BF6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35305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先以寬約 3 公尺規劃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主標題高於人物頭部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7257E-98CE-404E-AC8C-F8C31773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53000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中央手機框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DE409-5F53-4B8B-AA69-E82B85F0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53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中間鏤空容納 3 人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其餘長官分立左右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82FD2-C82E-4C67-A807-4D83CBE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781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本次尺寸更新：舞台約 50 公分；電視牆 3 公尺先按寬度解讀，現勘後定案。</a:t>
            </a:r>
          </a:p>
        </p:txBody>
      </p:sp>
    </p:spTree>
    <p:extLst>
      <p:ext uri="{BB962C8B-B14F-4D97-AF65-F5344CB8AC3E}">
        <p14:creationId xmlns:p14="http://schemas.microsoft.com/office/powerpoint/2010/main" val="732394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61EE-D30C-450B-BE79-2505D383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一. 10/15記者會　啟動儀式後大合照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DEAC1-75B4-4FB3-BA91-A169FC66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38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rPr>
              <a:t>大合照正面場景示意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46440-483B-48DF-B7DF-6A943C39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a95aeb0ec4615"/>
          <a:stretch xmlns:a="http://schemas.openxmlformats.org/drawingml/2006/main"/>
        </p:blipFill>
        <p:spPr>
          <a:xfrm xmlns:a="http://schemas.openxmlformats.org/drawingml/2006/main">
            <a:off x="228600" y="1325274"/>
            <a:ext cx="8686800" cy="488372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BF480-1A16-4FA8-AD85-02E0C24F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rPr>
              <a:t>中央 3 人同框，兩側長官持牌面向正前方攝影機。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8C614-0F88-47BA-98A5-D984C2D8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AI 情境示意，人物、比例及道具細節以現場與完稿為準。</a:t>
            </a:r>
          </a:p>
        </p:txBody>
      </p:sp>
    </p:spTree>
    <p:extLst>
      <p:ext uri="{BB962C8B-B14F-4D97-AF65-F5344CB8AC3E}">
        <p14:creationId xmlns:p14="http://schemas.microsoft.com/office/powerpoint/2010/main" val="1095012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4CCE3-721F-4109-B0BB-B8908DEE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一. 10/15記者會　啟動儀式後大合照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62947-2336-4FA8-BD67-BF0AA83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38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rPr>
              <a:t>手機社群框輸出物設計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0915B-6078-4998-9D11-CA57CA3F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430da9cfa407d"/>
          <a:stretch xmlns:a="http://schemas.openxmlformats.org/drawingml/2006/main"/>
        </p:blipFill>
        <p:spPr>
          <a:xfrm xmlns:a="http://schemas.openxmlformats.org/drawingml/2006/main">
            <a:off x="409575" y="1219200"/>
            <a:ext cx="3829050" cy="5105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955F5-7E48-47C3-BF54-E38B9865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43025"/>
            <a:ext cx="4010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主視覺延伸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9C628-D317-4771-B1AE-115935C3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4048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沿用桃紅、粉白棋盤格與</a:t>
            </a:r>
          </a:p>
          <a:p xmlns:a="http://schemas.openxmlformats.org/drawingml/2006/main">
            <a:pPr>
              <a:def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廟簷、貓狗角色等圖像。</a:t>
            </a:r>
          </a:p>
          <a:p xmlns:a="http://schemas.openxmlformats.org/drawingml/2006/main">
            <a:pPr>
              <a:def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保留「義鳴紀」活動辨識。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50C7C-4D33-4E07-B183-C40A2848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三人同框的鏤空視窗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51124-DF2F-4B48-9A56-B3DBC4E7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95675"/>
            <a:ext cx="4048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中段挖空，讓 3 位人物並肩。</a:t>
            </a:r>
          </a:p>
          <a:p xmlns:a="http://schemas.openxmlformats.org/drawingml/2006/main">
            <a:pPr>
              <a:def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上框高於頭部，下框低於胸前</a:t>
            </a:r>
          </a:p>
          <a:p xmlns:a="http://schemas.openxmlformats.org/drawingml/2006/main">
            <a:pPr>
              <a:def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手拿牌，避免遮擋臉部。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BB31E-D8BA-4B4D-9E89-9054FEC6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建議打樣尺寸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5C053-3FAC-4F53-BB8A-528B150E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29225"/>
            <a:ext cx="4048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外框約寬 220 × 高 240 公分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淨開口寬約 190 公分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背面加支撐、配重及消光表面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2E0EB-EC6D-46A8-89ED-B6ED13A3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7772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造型與尺寸為提案示意，依三人實站、視線及結構打樣調整；帳號圖樣待確認。</a:t>
            </a:r>
          </a:p>
        </p:txBody>
      </p:sp>
    </p:spTree>
    <p:extLst>
      <p:ext uri="{BB962C8B-B14F-4D97-AF65-F5344CB8AC3E}">
        <p14:creationId xmlns:p14="http://schemas.microsoft.com/office/powerpoint/2010/main" val="1800846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1E0BB-CC9D-4F51-81C3-58C96935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一. 10/15記者會　啟動儀式後大合照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6B51B-0186-4818-A258-A65E6559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38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rPr>
              <a:t>長官站位、手拿牌與拍照流程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2D4D9-13CC-462C-91F0-DF2CF22B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486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32CB9-BCA6-42FB-A3D6-2C11001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4302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站位安排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71B48-B4A4-4370-8445-4479939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49625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中央 3 位主要貴賓站於手機框後。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其餘長官分列左右，依禮序向外延伸。</a:t>
            </a:r>
          </a:p>
          <a:p xmlns:a="http://schemas.openxmlformats.org/drawingml/2006/main">
            <a:pPr>
              <a:def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手拿牌置於胸前，完整露出人臉。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0980ee2444230"/>
          <a:stretch xmlns:a="http://schemas.openxmlformats.org/drawingml/2006/main"/>
        </p:blipFill>
        <p:spPr>
          <a:xfrm xmlns:a="http://schemas.openxmlformats.org/drawingml/2006/main">
            <a:off x="5715000" y="1347140"/>
            <a:ext cx="3019425" cy="207774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188AD-BFD1-4CBD-8CE5-2874B3E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14725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社群框形式參考（附件二）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32078-2AB5-4428-8662-1946967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手拿牌主題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516B1-E483-4A1B-A0C8-F39C0E1E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809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rPr>
              <a:t>挑擔奉飯　　創意踩街　　AR實境</a:t>
            </a:r>
          </a:p>
          <a:p xmlns:a="http://schemas.openxmlformats.org/drawingml/2006/main">
            <a:pPr>
              <a:defRPr sz="2025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3F70"/>
                </a:solidFill>
                <a:latin typeface="Arial Unicode MS"/>
                <a:ea typeface="Arial Unicode MS"/>
                <a:cs typeface="Arial Unicode MS"/>
              </a:rPr>
              <a:t>新紀元　　　義鳴紀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928AA-7035-4533-BE72-AF2A23B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824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手拿牌建議採主視覺桃紅底搭配白字，依人數重複配置，避免互相遮字。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D7F5E-AE6E-4033-A1D1-F7BBE810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8277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9A315E"/>
                </a:solidFill>
                <a:latin typeface="Arial Unicode MS"/>
                <a:ea typeface="Arial Unicode MS"/>
                <a:cs typeface="Arial Unicode MS"/>
              </a:rPr>
              <a:t>拍照流程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D2A29-3618-43FE-BEE4-F2A8426F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833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1　啟動完成後，電視牆切回主視覺，工作人員協助框體與長官定位。</a:t>
            </a:r>
          </a:p>
          <a:p xmlns:a="http://schemas.openxmlformats.org/drawingml/2006/main">
            <a:pPr>
              <a:defRPr sz="157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2　先拍正面正式合照，確認中央 3 人及兩側長官皆完整入鏡。</a:t>
            </a:r>
          </a:p>
          <a:p xmlns:a="http://schemas.openxmlformats.org/drawingml/2006/main">
            <a:pPr>
              <a:defRPr sz="157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63349"/>
                </a:solidFill>
                <a:latin typeface="Arial Unicode MS"/>
                <a:ea typeface="Arial Unicode MS"/>
                <a:cs typeface="Arial Unicode MS"/>
              </a:rPr>
              <a:t>3　主持人帶口號「義鳴紀」，長官舉牌定格，再補拍活力合照。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B6297-7229-4EBB-8CF5-8816C528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4748B"/>
                </a:solidFill>
                <a:latin typeface="Arial Unicode MS"/>
                <a:ea typeface="Arial Unicode MS"/>
                <a:cs typeface="Arial Unicode MS"/>
              </a:rPr>
              <a:t>框體於拍攝前完成固定；攝影主機位與舞台中線對齊。</a:t>
            </a:r>
          </a:p>
        </p:txBody>
      </p:sp>
    </p:spTree>
    <p:extLst>
      <p:ext uri="{BB962C8B-B14F-4D97-AF65-F5344CB8AC3E}">
        <p14:creationId xmlns:p14="http://schemas.microsoft.com/office/powerpoint/2010/main" val="1133941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2026-09-13T13:34:30.6520000Z</dcterms:created>
  <dcterms:modified xsi:type="dcterms:W3CDTF">2026-09-13T13:34:30.6520000Z</dcterms:modified>
</coreProperties>
</file>